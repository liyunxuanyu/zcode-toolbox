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3311AF-65EE-457E-B188-7CD95994AF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C65F26-5727-4EEA-9A4F-DE4D02AEE1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9DA011-CB57-4B75-A6CF-1F7A1A6ECC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1C0439-33DA-4929-AB0D-91481CC0A8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FBB57A-67E0-4B61-92D1-2B12D8AE5A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BFC48A-C726-47E5-B743-72527F457E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D3FF17-835F-4C81-8D60-4209C2A095F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CF9632-FF2A-4C75-B83A-795E6FFAB4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765BF5-EDF9-41F7-A5AE-2365A9D542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D160E6-0AB3-4FB2-8CA8-F78067ECB5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DF0F3-09CA-4141-8F63-A9F4EAB6FCA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3B764B-68E9-4C84-B530-950E55358E0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959CE16-6EFE-46D8-A544-6717617235FA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0" y="0"/>
            <a:ext cx="360" cy="752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90000" bIns="90000" anchor="t">
            <a:noAutofit/>
          </a:bodyPr>
          <a:p>
            <a:r>
              <a:rPr b="0" lang="zh-CN" sz="1800" spc="-1" strike="noStrike">
                <a:latin typeface="Arial"/>
              </a:rPr>
              <a:t>标题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0" y="0"/>
            <a:ext cx="360" cy="7520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90000" bIns="90000" anchor="t">
            <a:noAutofit/>
          </a:bodyPr>
          <a:p>
            <a:r>
              <a:rPr b="0" lang="zh-CN" sz="1800" spc="-1" strike="noStrike">
                <a:latin typeface="Arial"/>
              </a:rPr>
              <a:t>内容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